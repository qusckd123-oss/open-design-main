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C481DD-319E-45C4-9CDF-FB03BC5BEDD0}" v="3" dt="2026-08-25T04:15:02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변창현" userId="48f9c385-05ba-411c-afb5-45875e8be042" providerId="ADAL" clId="{C00EC6CC-3D21-4C86-AED1-C2B393745022}"/>
    <pc:docChg chg="undo custSel addSld delSld modSld">
      <pc:chgData name="변창현" userId="48f9c385-05ba-411c-afb5-45875e8be042" providerId="ADAL" clId="{C00EC6CC-3D21-4C86-AED1-C2B393745022}" dt="2026-08-25T04:15:04.634" v="617" actId="478"/>
      <pc:docMkLst>
        <pc:docMk/>
      </pc:docMkLst>
      <pc:sldChg chg="addSp delSp modSp mod">
        <pc:chgData name="변창현" userId="48f9c385-05ba-411c-afb5-45875e8be042" providerId="ADAL" clId="{C00EC6CC-3D21-4C86-AED1-C2B393745022}" dt="2026-08-25T04:14:56.641" v="614" actId="14100"/>
        <pc:sldMkLst>
          <pc:docMk/>
          <pc:sldMk cId="925665455" sldId="256"/>
        </pc:sldMkLst>
        <pc:spChg chg="mod">
          <ac:chgData name="변창현" userId="48f9c385-05ba-411c-afb5-45875e8be042" providerId="ADAL" clId="{C00EC6CC-3D21-4C86-AED1-C2B393745022}" dt="2026-08-25T04:14:56.641" v="614" actId="14100"/>
          <ac:spMkLst>
            <pc:docMk/>
            <pc:sldMk cId="925665455" sldId="256"/>
            <ac:spMk id="2" creationId="{867C96C9-2933-C6E6-AAAE-9C27A4EF501A}"/>
          </ac:spMkLst>
        </pc:spChg>
        <pc:spChg chg="mod">
          <ac:chgData name="변창현" userId="48f9c385-05ba-411c-afb5-45875e8be042" providerId="ADAL" clId="{C00EC6CC-3D21-4C86-AED1-C2B393745022}" dt="2026-08-25T04:05:57.205" v="488" actId="20577"/>
          <ac:spMkLst>
            <pc:docMk/>
            <pc:sldMk cId="925665455" sldId="256"/>
            <ac:spMk id="15" creationId="{53EEA7AE-7297-8AE8-47CE-4E44A0B81664}"/>
          </ac:spMkLst>
        </pc:spChg>
        <pc:spChg chg="add mod">
          <ac:chgData name="변창현" userId="48f9c385-05ba-411c-afb5-45875e8be042" providerId="ADAL" clId="{C00EC6CC-3D21-4C86-AED1-C2B393745022}" dt="2026-08-25T04:01:31.577" v="449" actId="404"/>
          <ac:spMkLst>
            <pc:docMk/>
            <pc:sldMk cId="925665455" sldId="256"/>
            <ac:spMk id="19" creationId="{7EE19759-534A-8BCA-A667-AFF366B312AC}"/>
          </ac:spMkLst>
        </pc:spChg>
        <pc:picChg chg="add del">
          <ac:chgData name="변창현" userId="48f9c385-05ba-411c-afb5-45875e8be042" providerId="ADAL" clId="{C00EC6CC-3D21-4C86-AED1-C2B393745022}" dt="2026-08-25T04:10:19.739" v="490" actId="22"/>
          <ac:picMkLst>
            <pc:docMk/>
            <pc:sldMk cId="925665455" sldId="256"/>
            <ac:picMk id="4" creationId="{ED4E984B-8D3D-3B26-1CE5-8982C1E48A7D}"/>
          </ac:picMkLst>
        </pc:picChg>
      </pc:sldChg>
      <pc:sldChg chg="addSp modSp mod">
        <pc:chgData name="변창현" userId="48f9c385-05ba-411c-afb5-45875e8be042" providerId="ADAL" clId="{C00EC6CC-3D21-4C86-AED1-C2B393745022}" dt="2026-08-25T04:01:37.634" v="452" actId="1076"/>
        <pc:sldMkLst>
          <pc:docMk/>
          <pc:sldMk cId="2667146488" sldId="257"/>
        </pc:sldMkLst>
        <pc:spChg chg="mod">
          <ac:chgData name="변창현" userId="48f9c385-05ba-411c-afb5-45875e8be042" providerId="ADAL" clId="{C00EC6CC-3D21-4C86-AED1-C2B393745022}" dt="2026-08-24T07:10:59.367" v="104" actId="1076"/>
          <ac:spMkLst>
            <pc:docMk/>
            <pc:sldMk cId="2667146488" sldId="257"/>
            <ac:spMk id="13" creationId="{80A03611-AA7A-0EDE-B606-D93A767B5DEB}"/>
          </ac:spMkLst>
        </pc:spChg>
        <pc:spChg chg="add mod">
          <ac:chgData name="변창현" userId="48f9c385-05ba-411c-afb5-45875e8be042" providerId="ADAL" clId="{C00EC6CC-3D21-4C86-AED1-C2B393745022}" dt="2026-08-25T04:01:37.634" v="452" actId="1076"/>
          <ac:spMkLst>
            <pc:docMk/>
            <pc:sldMk cId="2667146488" sldId="257"/>
            <ac:spMk id="25" creationId="{5622EC34-86D9-A4F5-E3D5-6AD9CF2C9B24}"/>
          </ac:spMkLst>
        </pc:spChg>
      </pc:sldChg>
      <pc:sldChg chg="addSp delSp modSp mod">
        <pc:chgData name="변창현" userId="48f9c385-05ba-411c-afb5-45875e8be042" providerId="ADAL" clId="{C00EC6CC-3D21-4C86-AED1-C2B393745022}" dt="2026-08-25T04:01:44.850" v="455" actId="1076"/>
        <pc:sldMkLst>
          <pc:docMk/>
          <pc:sldMk cId="3792732282" sldId="258"/>
        </pc:sldMkLst>
        <pc:spChg chg="mod">
          <ac:chgData name="변창현" userId="48f9c385-05ba-411c-afb5-45875e8be042" providerId="ADAL" clId="{C00EC6CC-3D21-4C86-AED1-C2B393745022}" dt="2026-08-24T07:22:15.182" v="123" actId="14100"/>
          <ac:spMkLst>
            <pc:docMk/>
            <pc:sldMk cId="3792732282" sldId="258"/>
            <ac:spMk id="2" creationId="{CE3AEF68-D1D3-E420-545A-9F80ACCB8EB3}"/>
          </ac:spMkLst>
        </pc:spChg>
        <pc:spChg chg="add mod">
          <ac:chgData name="변창현" userId="48f9c385-05ba-411c-afb5-45875e8be042" providerId="ADAL" clId="{C00EC6CC-3D21-4C86-AED1-C2B393745022}" dt="2026-08-25T04:01:44.850" v="455" actId="1076"/>
          <ac:spMkLst>
            <pc:docMk/>
            <pc:sldMk cId="3792732282" sldId="258"/>
            <ac:spMk id="14" creationId="{A70CAF92-B8B5-748A-ECE2-7065D0EEDF8D}"/>
          </ac:spMkLst>
        </pc:spChg>
        <pc:spChg chg="mod">
          <ac:chgData name="변창현" userId="48f9c385-05ba-411c-afb5-45875e8be042" providerId="ADAL" clId="{C00EC6CC-3D21-4C86-AED1-C2B393745022}" dt="2026-08-24T07:22:46.019" v="180" actId="20577"/>
          <ac:spMkLst>
            <pc:docMk/>
            <pc:sldMk cId="3792732282" sldId="258"/>
            <ac:spMk id="15" creationId="{9733F573-7A26-A9CF-8843-B4D1268613B2}"/>
          </ac:spMkLst>
        </pc:spChg>
        <pc:picChg chg="add mod">
          <ac:chgData name="변창현" userId="48f9c385-05ba-411c-afb5-45875e8be042" providerId="ADAL" clId="{C00EC6CC-3D21-4C86-AED1-C2B393745022}" dt="2026-08-24T07:22:22.291" v="130" actId="1076"/>
          <ac:picMkLst>
            <pc:docMk/>
            <pc:sldMk cId="3792732282" sldId="258"/>
            <ac:picMk id="4" creationId="{33AA6CFE-5F09-E23B-4128-C690431E608A}"/>
          </ac:picMkLst>
        </pc:picChg>
        <pc:picChg chg="add mod">
          <ac:chgData name="변창현" userId="48f9c385-05ba-411c-afb5-45875e8be042" providerId="ADAL" clId="{C00EC6CC-3D21-4C86-AED1-C2B393745022}" dt="2026-08-25T02:33:25.041" v="196" actId="1076"/>
          <ac:picMkLst>
            <pc:docMk/>
            <pc:sldMk cId="3792732282" sldId="258"/>
            <ac:picMk id="5" creationId="{B9580556-7EE7-8C52-9E28-FB1A82F4E39F}"/>
          </ac:picMkLst>
        </pc:picChg>
        <pc:picChg chg="del">
          <ac:chgData name="변창현" userId="48f9c385-05ba-411c-afb5-45875e8be042" providerId="ADAL" clId="{C00EC6CC-3D21-4C86-AED1-C2B393745022}" dt="2026-08-24T07:22:15.788" v="124" actId="478"/>
          <ac:picMkLst>
            <pc:docMk/>
            <pc:sldMk cId="3792732282" sldId="258"/>
            <ac:picMk id="5" creationId="{D72F3379-144A-B815-BF02-8F3D312D86A3}"/>
          </ac:picMkLst>
        </pc:picChg>
        <pc:picChg chg="del">
          <ac:chgData name="변창현" userId="48f9c385-05ba-411c-afb5-45875e8be042" providerId="ADAL" clId="{C00EC6CC-3D21-4C86-AED1-C2B393745022}" dt="2026-08-24T07:22:16.333" v="126" actId="478"/>
          <ac:picMkLst>
            <pc:docMk/>
            <pc:sldMk cId="3792732282" sldId="258"/>
            <ac:picMk id="7" creationId="{0BDE106B-882B-CB7A-9132-39C9C551251B}"/>
          </ac:picMkLst>
        </pc:picChg>
        <pc:picChg chg="add mod">
          <ac:chgData name="변창현" userId="48f9c385-05ba-411c-afb5-45875e8be042" providerId="ADAL" clId="{C00EC6CC-3D21-4C86-AED1-C2B393745022}" dt="2026-08-25T02:33:29.136" v="198" actId="14100"/>
          <ac:picMkLst>
            <pc:docMk/>
            <pc:sldMk cId="3792732282" sldId="258"/>
            <ac:picMk id="7" creationId="{F68BABB7-2018-2D92-2EFB-ADF394453C2B}"/>
          </ac:picMkLst>
        </pc:picChg>
        <pc:picChg chg="add mod">
          <ac:chgData name="변창현" userId="48f9c385-05ba-411c-afb5-45875e8be042" providerId="ADAL" clId="{C00EC6CC-3D21-4C86-AED1-C2B393745022}" dt="2026-08-25T04:00:32.731" v="423" actId="688"/>
          <ac:picMkLst>
            <pc:docMk/>
            <pc:sldMk cId="3792732282" sldId="258"/>
            <ac:picMk id="8" creationId="{608A6115-B9B9-8D21-E7D6-00F0A689B9A8}"/>
          </ac:picMkLst>
        </pc:picChg>
        <pc:picChg chg="del">
          <ac:chgData name="변창현" userId="48f9c385-05ba-411c-afb5-45875e8be042" providerId="ADAL" clId="{C00EC6CC-3D21-4C86-AED1-C2B393745022}" dt="2026-08-24T07:22:16.645" v="127" actId="478"/>
          <ac:picMkLst>
            <pc:docMk/>
            <pc:sldMk cId="3792732282" sldId="258"/>
            <ac:picMk id="9" creationId="{0F2DFDD5-B2A8-858D-5800-CE034A7EF161}"/>
          </ac:picMkLst>
        </pc:picChg>
        <pc:picChg chg="add mod">
          <ac:chgData name="변창현" userId="48f9c385-05ba-411c-afb5-45875e8be042" providerId="ADAL" clId="{C00EC6CC-3D21-4C86-AED1-C2B393745022}" dt="2026-08-25T04:00:37.904" v="426" actId="14100"/>
          <ac:picMkLst>
            <pc:docMk/>
            <pc:sldMk cId="3792732282" sldId="258"/>
            <ac:picMk id="10" creationId="{90646BD7-CDED-A820-B1BD-88DB09316CCC}"/>
          </ac:picMkLst>
        </pc:picChg>
        <pc:picChg chg="add mod">
          <ac:chgData name="변창현" userId="48f9c385-05ba-411c-afb5-45875e8be042" providerId="ADAL" clId="{C00EC6CC-3D21-4C86-AED1-C2B393745022}" dt="2026-08-24T07:24:11.459" v="185" actId="1076"/>
          <ac:picMkLst>
            <pc:docMk/>
            <pc:sldMk cId="3792732282" sldId="258"/>
            <ac:picMk id="11" creationId="{AB6BF89C-2992-2506-3D7B-08B9E19CBB85}"/>
          </ac:picMkLst>
        </pc:picChg>
        <pc:picChg chg="del">
          <ac:chgData name="변창현" userId="48f9c385-05ba-411c-afb5-45875e8be042" providerId="ADAL" clId="{C00EC6CC-3D21-4C86-AED1-C2B393745022}" dt="2026-08-24T07:22:17.021" v="128" actId="478"/>
          <ac:picMkLst>
            <pc:docMk/>
            <pc:sldMk cId="3792732282" sldId="258"/>
            <ac:picMk id="12" creationId="{202FBFC7-FAF9-130D-46A9-AE387EB51145}"/>
          </ac:picMkLst>
        </pc:picChg>
        <pc:picChg chg="del">
          <ac:chgData name="변창현" userId="48f9c385-05ba-411c-afb5-45875e8be042" providerId="ADAL" clId="{C00EC6CC-3D21-4C86-AED1-C2B393745022}" dt="2026-08-24T07:22:16.085" v="125" actId="478"/>
          <ac:picMkLst>
            <pc:docMk/>
            <pc:sldMk cId="3792732282" sldId="258"/>
            <ac:picMk id="17" creationId="{E1CDB1D5-3A1E-76A2-CBD3-348897C6228D}"/>
          </ac:picMkLst>
        </pc:picChg>
      </pc:sldChg>
      <pc:sldChg chg="new del">
        <pc:chgData name="변창현" userId="48f9c385-05ba-411c-afb5-45875e8be042" providerId="ADAL" clId="{C00EC6CC-3D21-4C86-AED1-C2B393745022}" dt="2026-08-25T02:31:04.864" v="187" actId="47"/>
        <pc:sldMkLst>
          <pc:docMk/>
          <pc:sldMk cId="2808657118" sldId="259"/>
        </pc:sldMkLst>
      </pc:sldChg>
      <pc:sldChg chg="addSp delSp modSp add mod">
        <pc:chgData name="변창현" userId="48f9c385-05ba-411c-afb5-45875e8be042" providerId="ADAL" clId="{C00EC6CC-3D21-4C86-AED1-C2B393745022}" dt="2026-08-25T03:59:53.536" v="415" actId="1076"/>
        <pc:sldMkLst>
          <pc:docMk/>
          <pc:sldMk cId="3214857613" sldId="259"/>
        </pc:sldMkLst>
        <pc:spChg chg="mod">
          <ac:chgData name="변창현" userId="48f9c385-05ba-411c-afb5-45875e8be042" providerId="ADAL" clId="{C00EC6CC-3D21-4C86-AED1-C2B393745022}" dt="2026-08-25T02:33:57.540" v="214" actId="20577"/>
          <ac:spMkLst>
            <pc:docMk/>
            <pc:sldMk cId="3214857613" sldId="259"/>
            <ac:spMk id="2" creationId="{E6EE2C18-2CEA-9883-D177-90F80648645F}"/>
          </ac:spMkLst>
        </pc:spChg>
        <pc:spChg chg="mod">
          <ac:chgData name="변창현" userId="48f9c385-05ba-411c-afb5-45875e8be042" providerId="ADAL" clId="{C00EC6CC-3D21-4C86-AED1-C2B393745022}" dt="2026-08-25T02:36:20.692" v="356" actId="20577"/>
          <ac:spMkLst>
            <pc:docMk/>
            <pc:sldMk cId="3214857613" sldId="259"/>
            <ac:spMk id="15" creationId="{78359BE0-8205-EFCD-8106-9001E8D06792}"/>
          </ac:spMkLst>
        </pc:spChg>
        <pc:picChg chg="del">
          <ac:chgData name="변창현" userId="48f9c385-05ba-411c-afb5-45875e8be042" providerId="ADAL" clId="{C00EC6CC-3D21-4C86-AED1-C2B393745022}" dt="2026-08-25T02:33:33.926" v="200" actId="478"/>
          <ac:picMkLst>
            <pc:docMk/>
            <pc:sldMk cId="3214857613" sldId="259"/>
            <ac:picMk id="4" creationId="{69AB746A-9B97-79BF-1BAA-A3860DDFD266}"/>
          </ac:picMkLst>
        </pc:picChg>
        <pc:picChg chg="del">
          <ac:chgData name="변창현" userId="48f9c385-05ba-411c-afb5-45875e8be042" providerId="ADAL" clId="{C00EC6CC-3D21-4C86-AED1-C2B393745022}" dt="2026-08-25T02:33:35.020" v="203" actId="478"/>
          <ac:picMkLst>
            <pc:docMk/>
            <pc:sldMk cId="3214857613" sldId="259"/>
            <ac:picMk id="5" creationId="{97DF0AD2-8D60-5B73-CC84-794472493CDF}"/>
          </ac:picMkLst>
        </pc:picChg>
        <pc:picChg chg="add mod">
          <ac:chgData name="변창현" userId="48f9c385-05ba-411c-afb5-45875e8be042" providerId="ADAL" clId="{C00EC6CC-3D21-4C86-AED1-C2B393745022}" dt="2026-08-25T02:35:55.534" v="268" actId="1076"/>
          <ac:picMkLst>
            <pc:docMk/>
            <pc:sldMk cId="3214857613" sldId="259"/>
            <ac:picMk id="6" creationId="{D990B27A-AFF9-5062-86C8-F7938C84C8B6}"/>
          </ac:picMkLst>
        </pc:picChg>
        <pc:picChg chg="del">
          <ac:chgData name="변창현" userId="48f9c385-05ba-411c-afb5-45875e8be042" providerId="ADAL" clId="{C00EC6CC-3D21-4C86-AED1-C2B393745022}" dt="2026-08-25T02:33:35.428" v="204" actId="478"/>
          <ac:picMkLst>
            <pc:docMk/>
            <pc:sldMk cId="3214857613" sldId="259"/>
            <ac:picMk id="7" creationId="{F9BC9F42-CD1A-19A5-D41B-D6C69AB12BD4}"/>
          </ac:picMkLst>
        </pc:picChg>
        <pc:picChg chg="del">
          <ac:chgData name="변창현" userId="48f9c385-05ba-411c-afb5-45875e8be042" providerId="ADAL" clId="{C00EC6CC-3D21-4C86-AED1-C2B393745022}" dt="2026-08-25T02:33:34.163" v="201" actId="478"/>
          <ac:picMkLst>
            <pc:docMk/>
            <pc:sldMk cId="3214857613" sldId="259"/>
            <ac:picMk id="8" creationId="{8F4B71FE-8CFC-8B4D-D3D9-2D06E23DA269}"/>
          </ac:picMkLst>
        </pc:picChg>
        <pc:picChg chg="add mod">
          <ac:chgData name="변창현" userId="48f9c385-05ba-411c-afb5-45875e8be042" providerId="ADAL" clId="{C00EC6CC-3D21-4C86-AED1-C2B393745022}" dt="2026-08-25T02:35:56.479" v="269" actId="1076"/>
          <ac:picMkLst>
            <pc:docMk/>
            <pc:sldMk cId="3214857613" sldId="259"/>
            <ac:picMk id="10" creationId="{1407FB8F-7472-DE5C-5D02-17B3D024E812}"/>
          </ac:picMkLst>
        </pc:picChg>
        <pc:picChg chg="del">
          <ac:chgData name="변창현" userId="48f9c385-05ba-411c-afb5-45875e8be042" providerId="ADAL" clId="{C00EC6CC-3D21-4C86-AED1-C2B393745022}" dt="2026-08-25T02:33:34.789" v="202" actId="478"/>
          <ac:picMkLst>
            <pc:docMk/>
            <pc:sldMk cId="3214857613" sldId="259"/>
            <ac:picMk id="11" creationId="{C7447299-D785-4469-F37B-06DEF5155990}"/>
          </ac:picMkLst>
        </pc:picChg>
        <pc:picChg chg="add del mod">
          <ac:chgData name="변창현" userId="48f9c385-05ba-411c-afb5-45875e8be042" providerId="ADAL" clId="{C00EC6CC-3D21-4C86-AED1-C2B393745022}" dt="2026-08-25T02:38:49.396" v="375" actId="478"/>
          <ac:picMkLst>
            <pc:docMk/>
            <pc:sldMk cId="3214857613" sldId="259"/>
            <ac:picMk id="14" creationId="{3860EB0B-41F2-E404-97FF-91654DF7F4D5}"/>
          </ac:picMkLst>
        </pc:picChg>
        <pc:picChg chg="add mod">
          <ac:chgData name="변창현" userId="48f9c385-05ba-411c-afb5-45875e8be042" providerId="ADAL" clId="{C00EC6CC-3D21-4C86-AED1-C2B393745022}" dt="2026-08-25T03:59:51.016" v="413" actId="1076"/>
          <ac:picMkLst>
            <pc:docMk/>
            <pc:sldMk cId="3214857613" sldId="259"/>
            <ac:picMk id="17" creationId="{9E8AEAD4-3E8D-5E29-6BA1-AD8A2CAF2662}"/>
          </ac:picMkLst>
        </pc:picChg>
        <pc:picChg chg="add mod">
          <ac:chgData name="변창현" userId="48f9c385-05ba-411c-afb5-45875e8be042" providerId="ADAL" clId="{C00EC6CC-3D21-4C86-AED1-C2B393745022}" dt="2026-08-25T03:58:40.352" v="397" actId="1076"/>
          <ac:picMkLst>
            <pc:docMk/>
            <pc:sldMk cId="3214857613" sldId="259"/>
            <ac:picMk id="19" creationId="{15CF95BF-63CE-A441-6875-0C1EFAD289D2}"/>
          </ac:picMkLst>
        </pc:picChg>
        <pc:picChg chg="add del mod">
          <ac:chgData name="변창현" userId="48f9c385-05ba-411c-afb5-45875e8be042" providerId="ADAL" clId="{C00EC6CC-3D21-4C86-AED1-C2B393745022}" dt="2026-08-25T03:54:53.859" v="389" actId="478"/>
          <ac:picMkLst>
            <pc:docMk/>
            <pc:sldMk cId="3214857613" sldId="259"/>
            <ac:picMk id="21" creationId="{F8A47723-73B8-8233-3450-A1891A36743E}"/>
          </ac:picMkLst>
        </pc:picChg>
        <pc:picChg chg="add del mod">
          <ac:chgData name="변창현" userId="48f9c385-05ba-411c-afb5-45875e8be042" providerId="ADAL" clId="{C00EC6CC-3D21-4C86-AED1-C2B393745022}" dt="2026-08-25T03:54:54.433" v="390" actId="478"/>
          <ac:picMkLst>
            <pc:docMk/>
            <pc:sldMk cId="3214857613" sldId="259"/>
            <ac:picMk id="23" creationId="{9D316F6D-9AFE-EF03-C39D-ECE3FA7DB166}"/>
          </ac:picMkLst>
        </pc:picChg>
        <pc:picChg chg="add mod">
          <ac:chgData name="변창현" userId="48f9c385-05ba-411c-afb5-45875e8be042" providerId="ADAL" clId="{C00EC6CC-3D21-4C86-AED1-C2B393745022}" dt="2026-08-25T03:58:43.412" v="399" actId="1076"/>
          <ac:picMkLst>
            <pc:docMk/>
            <pc:sldMk cId="3214857613" sldId="259"/>
            <ac:picMk id="25" creationId="{C45C266B-5F5E-EC8A-E394-A1D9BCBAD04F}"/>
          </ac:picMkLst>
        </pc:picChg>
        <pc:picChg chg="add mod">
          <ac:chgData name="변창현" userId="48f9c385-05ba-411c-afb5-45875e8be042" providerId="ADAL" clId="{C00EC6CC-3D21-4C86-AED1-C2B393745022}" dt="2026-08-25T03:59:53.536" v="415" actId="1076"/>
          <ac:picMkLst>
            <pc:docMk/>
            <pc:sldMk cId="3214857613" sldId="259"/>
            <ac:picMk id="27" creationId="{19D97A79-3F53-9332-6E34-1A524CD44D2B}"/>
          </ac:picMkLst>
        </pc:picChg>
      </pc:sldChg>
      <pc:sldChg chg="addSp delSp modSp add mod">
        <pc:chgData name="변창현" userId="48f9c385-05ba-411c-afb5-45875e8be042" providerId="ADAL" clId="{C00EC6CC-3D21-4C86-AED1-C2B393745022}" dt="2026-08-25T04:15:04.634" v="617" actId="478"/>
        <pc:sldMkLst>
          <pc:docMk/>
          <pc:sldMk cId="840271005" sldId="260"/>
        </pc:sldMkLst>
        <pc:spChg chg="del">
          <ac:chgData name="변창현" userId="48f9c385-05ba-411c-afb5-45875e8be042" providerId="ADAL" clId="{C00EC6CC-3D21-4C86-AED1-C2B393745022}" dt="2026-08-25T04:15:02.087" v="615" actId="478"/>
          <ac:spMkLst>
            <pc:docMk/>
            <pc:sldMk cId="840271005" sldId="260"/>
            <ac:spMk id="2" creationId="{0ED2910E-7924-BFB6-01E3-167D83880B10}"/>
          </ac:spMkLst>
        </pc:spChg>
        <pc:spChg chg="mod">
          <ac:chgData name="변창현" userId="48f9c385-05ba-411c-afb5-45875e8be042" providerId="ADAL" clId="{C00EC6CC-3D21-4C86-AED1-C2B393745022}" dt="2026-08-25T04:11:23.905" v="577" actId="20577"/>
          <ac:spMkLst>
            <pc:docMk/>
            <pc:sldMk cId="840271005" sldId="260"/>
            <ac:spMk id="15" creationId="{E9C05911-888D-8691-6344-A8462AF187E4}"/>
          </ac:spMkLst>
        </pc:spChg>
        <pc:spChg chg="add del mod">
          <ac:chgData name="변창현" userId="48f9c385-05ba-411c-afb5-45875e8be042" providerId="ADAL" clId="{C00EC6CC-3D21-4C86-AED1-C2B393745022}" dt="2026-08-25T04:15:04.634" v="617" actId="478"/>
          <ac:spMkLst>
            <pc:docMk/>
            <pc:sldMk cId="840271005" sldId="260"/>
            <ac:spMk id="20" creationId="{C232B99E-FE10-AD42-7BB2-5C816CCF5CBA}"/>
          </ac:spMkLst>
        </pc:spChg>
        <pc:spChg chg="add mod">
          <ac:chgData name="변창현" userId="48f9c385-05ba-411c-afb5-45875e8be042" providerId="ADAL" clId="{C00EC6CC-3D21-4C86-AED1-C2B393745022}" dt="2026-08-25T04:15:02.509" v="616"/>
          <ac:spMkLst>
            <pc:docMk/>
            <pc:sldMk cId="840271005" sldId="260"/>
            <ac:spMk id="21" creationId="{65ACA53D-F5C0-BEAE-6208-17FEDA9D5912}"/>
          </ac:spMkLst>
        </pc:spChg>
        <pc:picChg chg="add mod modCrop">
          <ac:chgData name="변창현" userId="48f9c385-05ba-411c-afb5-45875e8be042" providerId="ADAL" clId="{C00EC6CC-3D21-4C86-AED1-C2B393745022}" dt="2026-08-25T04:14:47.671" v="600" actId="1076"/>
          <ac:picMkLst>
            <pc:docMk/>
            <pc:sldMk cId="840271005" sldId="260"/>
            <ac:picMk id="4" creationId="{6B1113E7-D495-3679-4061-EFAC55C7B647}"/>
          </ac:picMkLst>
        </pc:picChg>
        <pc:picChg chg="del">
          <ac:chgData name="변창현" userId="48f9c385-05ba-411c-afb5-45875e8be042" providerId="ADAL" clId="{C00EC6CC-3D21-4C86-AED1-C2B393745022}" dt="2026-08-25T04:10:53.483" v="493" actId="478"/>
          <ac:picMkLst>
            <pc:docMk/>
            <pc:sldMk cId="840271005" sldId="260"/>
            <ac:picMk id="5" creationId="{A3C4797B-254D-1AED-DCBC-C18A7D77DA69}"/>
          </ac:picMkLst>
        </pc:picChg>
        <pc:picChg chg="del">
          <ac:chgData name="변창현" userId="48f9c385-05ba-411c-afb5-45875e8be042" providerId="ADAL" clId="{C00EC6CC-3D21-4C86-AED1-C2B393745022}" dt="2026-08-25T04:10:54.096" v="495" actId="478"/>
          <ac:picMkLst>
            <pc:docMk/>
            <pc:sldMk cId="840271005" sldId="260"/>
            <ac:picMk id="7" creationId="{795BC5A5-1FAE-B58F-9FF3-A0BD39D76252}"/>
          </ac:picMkLst>
        </pc:picChg>
        <pc:picChg chg="add mod">
          <ac:chgData name="변창현" userId="48f9c385-05ba-411c-afb5-45875e8be042" providerId="ADAL" clId="{C00EC6CC-3D21-4C86-AED1-C2B393745022}" dt="2026-08-25T04:14:47.671" v="600" actId="1076"/>
          <ac:picMkLst>
            <pc:docMk/>
            <pc:sldMk cId="840271005" sldId="260"/>
            <ac:picMk id="8" creationId="{8C544C7B-44DD-84E6-C85B-2F02674362F9}"/>
          </ac:picMkLst>
        </pc:picChg>
        <pc:picChg chg="del">
          <ac:chgData name="변창현" userId="48f9c385-05ba-411c-afb5-45875e8be042" providerId="ADAL" clId="{C00EC6CC-3D21-4C86-AED1-C2B393745022}" dt="2026-08-25T04:10:59.994" v="499" actId="478"/>
          <ac:picMkLst>
            <pc:docMk/>
            <pc:sldMk cId="840271005" sldId="260"/>
            <ac:picMk id="9" creationId="{37F03C1A-6E3E-AAC0-0F89-4395BC4966AE}"/>
          </ac:picMkLst>
        </pc:picChg>
        <pc:picChg chg="add mod modCrop">
          <ac:chgData name="변창현" userId="48f9c385-05ba-411c-afb5-45875e8be042" providerId="ADAL" clId="{C00EC6CC-3D21-4C86-AED1-C2B393745022}" dt="2026-08-25T04:14:47.671" v="600" actId="1076"/>
          <ac:picMkLst>
            <pc:docMk/>
            <pc:sldMk cId="840271005" sldId="260"/>
            <ac:picMk id="11" creationId="{E84828C0-18E3-65DF-A0F6-38E02210FAEF}"/>
          </ac:picMkLst>
        </pc:picChg>
        <pc:picChg chg="del">
          <ac:chgData name="변창현" userId="48f9c385-05ba-411c-afb5-45875e8be042" providerId="ADAL" clId="{C00EC6CC-3D21-4C86-AED1-C2B393745022}" dt="2026-08-25T04:11:00.242" v="500" actId="478"/>
          <ac:picMkLst>
            <pc:docMk/>
            <pc:sldMk cId="840271005" sldId="260"/>
            <ac:picMk id="12" creationId="{4114BC60-FEFC-CDB2-E384-295D016EB659}"/>
          </ac:picMkLst>
        </pc:picChg>
        <pc:picChg chg="add mod">
          <ac:chgData name="변창현" userId="48f9c385-05ba-411c-afb5-45875e8be042" providerId="ADAL" clId="{C00EC6CC-3D21-4C86-AED1-C2B393745022}" dt="2026-08-25T04:14:47.671" v="600" actId="1076"/>
          <ac:picMkLst>
            <pc:docMk/>
            <pc:sldMk cId="840271005" sldId="260"/>
            <ac:picMk id="16" creationId="{54AEBD7D-B80F-3623-6E04-833F625E9FB1}"/>
          </ac:picMkLst>
        </pc:picChg>
        <pc:picChg chg="del">
          <ac:chgData name="변창현" userId="48f9c385-05ba-411c-afb5-45875e8be042" providerId="ADAL" clId="{C00EC6CC-3D21-4C86-AED1-C2B393745022}" dt="2026-08-25T04:10:53.769" v="494" actId="478"/>
          <ac:picMkLst>
            <pc:docMk/>
            <pc:sldMk cId="840271005" sldId="260"/>
            <ac:picMk id="17" creationId="{DA67700C-42AC-58DA-AA63-57FEBFF429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7D711-7BD1-909A-99C4-0A1B664B56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82A879-8904-C4B2-3727-DCD971C06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B30650-19EE-DB06-775E-A92C99C6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327D1A-DD6A-AAF3-ED4A-50E65A2F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6EE3F7-BA97-15CB-CCB6-7BFE3E341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251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838A69-7304-C030-D768-5199582F5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FE4B1B-F59A-E354-2F22-20B2E4589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E7B5EA-F995-0A50-4584-0EED09BC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220983-5F5E-DD93-51C2-944673888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784F51-A6B9-C786-EDDA-6CB033CA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37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18776-BF37-F39A-0CFD-E53D0377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E9DD8E-BE8C-5053-20BD-2B70C8FBE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64DFD-D54D-2EF7-D5C1-6227B667C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9761DF-694A-D6FD-5AEB-530D84AC4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CDDFE-AF6D-E102-8728-0906AEB6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54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9DABE-D9F7-660B-6C27-1C94B676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E0B7EB-FF24-A2B5-CE62-635A75AC4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A08193-3877-F124-5E17-7FE321447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2813B8-54AD-EF20-F642-5E360193C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BC09AC-37A7-315F-FCE2-0BE4929CE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FA8254-5E7F-FDC9-84C2-E2F7023B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7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FB965-DD28-04C2-3058-B8CADCDF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C25F7-3453-4322-D14C-A02028D03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6444A7-ECEA-B22C-3ECE-C51E009B3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FD7CAC-00D0-E568-BF80-86D03F3E0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4C21954-0CD3-90F1-0A5D-179CD0E77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E6A6F0-07EB-4C3E-9DE3-8140E8DF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27F9B7A-CE50-1F4E-048A-D36E27271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E274D9-E4E9-E1DE-7215-323091775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417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19AD6C-328D-38FD-153F-523D9A31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84B59D-115C-6F3A-5FC9-F4A28C89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C27642-27B5-2AEC-5537-C6BD2F5C9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A6B654-15B5-7BFF-595E-E57B60565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75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18BE561-4657-7687-DE2D-D1CE2AE00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390195-69C5-30F2-98DE-D0CBE336D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471E54-8B7C-BD21-0FEF-53C641C21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57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B75035-BFAB-A070-8A83-91CDE3DF7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0F236-585C-7DE9-E0B7-88A46E6B9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0498DD-B43E-D0C3-579E-574EF2D15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C306A3-8A48-7546-B25C-C177E564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D3C191-A784-A33E-3B06-A333C1D6B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B843AC-14A4-10EB-DCBF-F427EC8B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63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79AD0-0FC9-E81A-B3FD-CB63E842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6118B0-6A2B-21CD-A7B7-07B20366D5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5EEFC5-EF48-7941-17ED-A1C6D5709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42C09F-557E-071A-7B16-FD77125E9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40A76C-4B50-EF41-3BE7-CFBDBD7AF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EBC8BD-C50B-1718-BEA4-51E35E10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5573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41A3D-6254-6643-7E3E-0D6B05E8E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7E5DB3-B7E9-A5C4-6242-6447BF58A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212F71-AD92-8A77-0979-CBE071D96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CF038-121E-3F76-F550-AB0CD921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1DEF42-4E27-F312-E9D1-367DF6D2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930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D787BC-3CBA-CC7A-BD12-928688C85D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DED877-8EDB-29C5-1705-23C749BA6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2A0B0A-3A98-3953-58D6-BF831C8B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1EF7D4-17C2-C01B-C87A-E5D5FB78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19E4C6-650C-FDA5-21BF-80CCF446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363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A48F9EE-6864-4721-8643-0F240A55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AB7965-DF8A-DED5-4E22-5A796F60A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330746-2B86-D342-34FA-8BAC75BD59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F2C4AC-69C0-4AA2-A537-6D100DFAC2BF}" type="datetimeFigureOut">
              <a:rPr lang="ko-KR" altLang="en-US" smtClean="0"/>
              <a:t>2026-08-25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58E49C-5AB1-76B0-E81D-678B5FF5F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A0BA2B-CF20-64F0-3410-6460C189D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8E56CD-BC7A-42B6-ABA6-AEE33CCF0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837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C96C9-2933-C6E6-AAAE-9C27A4EF5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854" y="254145"/>
            <a:ext cx="4110182" cy="98352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HEADWEAR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675892-9DAA-4DBA-EB1B-886E3469B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4" y="1384764"/>
            <a:ext cx="2753109" cy="36866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4447E83-ECA1-187F-257C-FFD15270B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8271" y="1400928"/>
            <a:ext cx="2615557" cy="368668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620DA00-0D6A-8D99-FB47-44809DD60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664" y="1400928"/>
            <a:ext cx="2910896" cy="36705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652DD39-DD9A-14D7-AA44-EDB4E1201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0666" y="1400928"/>
            <a:ext cx="3042181" cy="3670525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:a16="http://schemas.microsoft.com/office/drawing/2014/main" id="{A6969A26-204A-7C26-98DB-8BE9C06A48B8}"/>
              </a:ext>
            </a:extLst>
          </p:cNvPr>
          <p:cNvSpPr txBox="1">
            <a:spLocks/>
          </p:cNvSpPr>
          <p:nvPr/>
        </p:nvSpPr>
        <p:spPr>
          <a:xfrm>
            <a:off x="267854" y="5316955"/>
            <a:ext cx="10820401" cy="745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EEA7AE-7297-8AE8-47CE-4E44A0B81664}"/>
              </a:ext>
            </a:extLst>
          </p:cNvPr>
          <p:cNvSpPr txBox="1"/>
          <p:nvPr/>
        </p:nvSpPr>
        <p:spPr>
          <a:xfrm>
            <a:off x="637309" y="5597236"/>
            <a:ext cx="681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넓은 챙</a:t>
            </a:r>
            <a:r>
              <a:rPr lang="en-US" altLang="ko-KR" dirty="0"/>
              <a:t>, </a:t>
            </a:r>
            <a:r>
              <a:rPr lang="ko-KR" altLang="en-US" dirty="0"/>
              <a:t>알파벳 포인트 </a:t>
            </a:r>
            <a:r>
              <a:rPr lang="en-US" altLang="ko-KR" dirty="0"/>
              <a:t>WACKY WILLY</a:t>
            </a:r>
            <a:r>
              <a:rPr lang="ko-KR" altLang="en-US" dirty="0"/>
              <a:t>의 </a:t>
            </a:r>
            <a:r>
              <a:rPr lang="en-US" altLang="ko-KR" dirty="0"/>
              <a:t>“W”</a:t>
            </a:r>
            <a:r>
              <a:rPr lang="ko-KR" altLang="en-US" dirty="0"/>
              <a:t> 혹은 </a:t>
            </a:r>
            <a:r>
              <a:rPr lang="en-US" altLang="ko-KR" dirty="0"/>
              <a:t>“WY” </a:t>
            </a:r>
            <a:r>
              <a:rPr lang="ko-KR" altLang="en-US" dirty="0"/>
              <a:t>개발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189EA8E-81E6-5D67-D363-888CE79795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9349" y="2786538"/>
            <a:ext cx="1976632" cy="22849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EE19759-534A-8BCA-A667-AFF366B312AC}"/>
              </a:ext>
            </a:extLst>
          </p:cNvPr>
          <p:cNvSpPr txBox="1"/>
          <p:nvPr/>
        </p:nvSpPr>
        <p:spPr>
          <a:xfrm>
            <a:off x="10558327" y="5087740"/>
            <a:ext cx="1150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TEF STORES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665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F25E8-799A-CE90-F13B-C3BC85C3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2CDD75BB-C87F-1843-0E82-2E6B7B9C943D}"/>
              </a:ext>
            </a:extLst>
          </p:cNvPr>
          <p:cNvSpPr txBox="1">
            <a:spLocks/>
          </p:cNvSpPr>
          <p:nvPr/>
        </p:nvSpPr>
        <p:spPr>
          <a:xfrm>
            <a:off x="267854" y="5316955"/>
            <a:ext cx="10820401" cy="745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C05911-888D-8691-6344-A8462AF187E4}"/>
              </a:ext>
            </a:extLst>
          </p:cNvPr>
          <p:cNvSpPr txBox="1"/>
          <p:nvPr/>
        </p:nvSpPr>
        <p:spPr>
          <a:xfrm>
            <a:off x="637309" y="5597236"/>
            <a:ext cx="6816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제끝처리로</a:t>
            </a:r>
            <a:r>
              <a:rPr lang="ko-KR" altLang="en-US" dirty="0"/>
              <a:t> 자연스럽게 </a:t>
            </a:r>
            <a:r>
              <a:rPr lang="ko-KR" altLang="en-US" dirty="0" err="1"/>
              <a:t>말아올라가는</a:t>
            </a:r>
            <a:r>
              <a:rPr lang="ko-KR" altLang="en-US" dirty="0"/>
              <a:t> 비니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A275E8-D1A8-C7A3-9559-A16BC080FA84}"/>
              </a:ext>
            </a:extLst>
          </p:cNvPr>
          <p:cNvSpPr txBox="1"/>
          <p:nvPr/>
        </p:nvSpPr>
        <p:spPr>
          <a:xfrm>
            <a:off x="10558327" y="5087740"/>
            <a:ext cx="11506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TEF STORES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B1113E7-D495-3679-4061-EFAC55C7B6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40"/>
          <a:stretch>
            <a:fillRect/>
          </a:stretch>
        </p:blipFill>
        <p:spPr>
          <a:xfrm>
            <a:off x="297518" y="1364375"/>
            <a:ext cx="2872509" cy="366195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544C7B-44DD-84E6-C85B-2F0267436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754" y="1364374"/>
            <a:ext cx="2240256" cy="366195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84828C0-18E3-65DF-A0F6-38E02210FA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886"/>
          <a:stretch>
            <a:fillRect/>
          </a:stretch>
        </p:blipFill>
        <p:spPr>
          <a:xfrm>
            <a:off x="5595009" y="1364374"/>
            <a:ext cx="2781537" cy="36619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4AEBD7D-B80F-3623-6E04-833F625E9F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5545" y="1364374"/>
            <a:ext cx="3213418" cy="3661957"/>
          </a:xfrm>
          <a:prstGeom prst="rect">
            <a:avLst/>
          </a:prstGeom>
        </p:spPr>
      </p:pic>
      <p:sp>
        <p:nvSpPr>
          <p:cNvPr id="21" name="제목 1">
            <a:extLst>
              <a:ext uri="{FF2B5EF4-FFF2-40B4-BE49-F238E27FC236}">
                <a16:creationId xmlns:a16="http://schemas.microsoft.com/office/drawing/2014/main" id="{65ACA53D-F5C0-BEAE-6208-17FEDA9D5912}"/>
              </a:ext>
            </a:extLst>
          </p:cNvPr>
          <p:cNvSpPr txBox="1">
            <a:spLocks/>
          </p:cNvSpPr>
          <p:nvPr/>
        </p:nvSpPr>
        <p:spPr>
          <a:xfrm>
            <a:off x="267854" y="254145"/>
            <a:ext cx="4110182" cy="98352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HEADWEAR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0271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8C9FD-EC68-105B-0EB8-E83AC38E6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30767E-2A7C-CD84-73D6-DF214A170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854" y="254145"/>
            <a:ext cx="1810327" cy="983528"/>
          </a:xfrm>
        </p:spPr>
        <p:txBody>
          <a:bodyPr/>
          <a:lstStyle/>
          <a:p>
            <a:r>
              <a:rPr lang="en-US" altLang="ko-KR" dirty="0"/>
              <a:t>BAG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80A03611-AA7A-0EDE-B606-D93A767B5DEB}"/>
              </a:ext>
            </a:extLst>
          </p:cNvPr>
          <p:cNvSpPr txBox="1">
            <a:spLocks/>
          </p:cNvSpPr>
          <p:nvPr/>
        </p:nvSpPr>
        <p:spPr>
          <a:xfrm>
            <a:off x="267854" y="5323416"/>
            <a:ext cx="10820401" cy="745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26417D-8021-4EEF-F5A9-FD07F20BE953}"/>
              </a:ext>
            </a:extLst>
          </p:cNvPr>
          <p:cNvSpPr txBox="1"/>
          <p:nvPr/>
        </p:nvSpPr>
        <p:spPr>
          <a:xfrm>
            <a:off x="637309" y="5597236"/>
            <a:ext cx="3645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컬러 포인트</a:t>
            </a:r>
            <a:r>
              <a:rPr lang="en-US" altLang="ko-KR" dirty="0"/>
              <a:t>, </a:t>
            </a:r>
            <a:r>
              <a:rPr lang="ko-KR" altLang="en-US" dirty="0" err="1"/>
              <a:t>타이포</a:t>
            </a:r>
            <a:r>
              <a:rPr lang="ko-KR" altLang="en-US" dirty="0"/>
              <a:t> 위주 </a:t>
            </a:r>
            <a:r>
              <a:rPr lang="ko-KR" altLang="en-US" dirty="0" err="1"/>
              <a:t>에코백</a:t>
            </a:r>
            <a:r>
              <a:rPr lang="ko-KR" altLang="en-US" dirty="0"/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76FBA01-71C5-938A-3B73-768B56002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12" y="1309769"/>
            <a:ext cx="3146338" cy="40071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C277324-D801-55D9-8B6F-7F238BF62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422" y="1309769"/>
            <a:ext cx="2162151" cy="40071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9740DE5-45FA-AFEA-35E6-3FBA2ED0F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859" y="1309769"/>
            <a:ext cx="1744393" cy="401364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56C477A-672E-0F79-9A92-A2A99BC820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40"/>
          <a:stretch>
            <a:fillRect/>
          </a:stretch>
        </p:blipFill>
        <p:spPr>
          <a:xfrm>
            <a:off x="5910604" y="1303308"/>
            <a:ext cx="2072941" cy="401364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1853993-4FCE-1CEB-ADE8-1A5F93732E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357"/>
          <a:stretch>
            <a:fillRect/>
          </a:stretch>
        </p:blipFill>
        <p:spPr>
          <a:xfrm>
            <a:off x="7611923" y="1296846"/>
            <a:ext cx="2630876" cy="403297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1AE5EDA-1750-5E93-9D80-2C958D730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2829" y="1296846"/>
            <a:ext cx="2072941" cy="400912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622EC34-86D9-A4F5-E3D5-6AD9CF2C9B24}"/>
              </a:ext>
            </a:extLst>
          </p:cNvPr>
          <p:cNvSpPr txBox="1"/>
          <p:nvPr/>
        </p:nvSpPr>
        <p:spPr>
          <a:xfrm>
            <a:off x="7155954" y="5336279"/>
            <a:ext cx="4948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REE COLLECT, SUNLOVE, COLLECT PIECES, REWIND MADE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146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EB47C-2279-09F4-A39A-016CCE945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AEF68-D1D3-E420-545A-9F80ACCB8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854" y="254145"/>
            <a:ext cx="3040954" cy="98352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KEYRING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D4BF4A66-5EF7-2B8B-E413-1BA871FFBD06}"/>
              </a:ext>
            </a:extLst>
          </p:cNvPr>
          <p:cNvSpPr txBox="1">
            <a:spLocks/>
          </p:cNvSpPr>
          <p:nvPr/>
        </p:nvSpPr>
        <p:spPr>
          <a:xfrm>
            <a:off x="267854" y="5316955"/>
            <a:ext cx="10820401" cy="745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33F573-7A26-A9CF-8843-B4D1268613B2}"/>
              </a:ext>
            </a:extLst>
          </p:cNvPr>
          <p:cNvSpPr txBox="1"/>
          <p:nvPr/>
        </p:nvSpPr>
        <p:spPr>
          <a:xfrm>
            <a:off x="637309" y="5597236"/>
            <a:ext cx="4097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HOT SUMMER </a:t>
            </a:r>
            <a:r>
              <a:rPr lang="ko-KR" altLang="en-US" dirty="0"/>
              <a:t>무드의 서핑 보드 </a:t>
            </a:r>
            <a:r>
              <a:rPr lang="ko-KR" altLang="en-US" dirty="0" err="1"/>
              <a:t>키링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3AA6CFE-5F09-E23B-4128-C690431E6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563" y="1656090"/>
            <a:ext cx="1343212" cy="253400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08A6115-B9B9-8D21-E7D6-00F0A689B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754" y="1856143"/>
            <a:ext cx="2753109" cy="23339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B6BF89C-2992-2506-3D7B-08B9E19CB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071974" y="2313407"/>
            <a:ext cx="2848373" cy="9050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9580556-7EE7-8C52-9E28-FB1A82F4E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1934" y="1300550"/>
            <a:ext cx="1086975" cy="290537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68BABB7-2018-2D92-2EFB-ADF394453C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2761" y="1300550"/>
            <a:ext cx="1325543" cy="288954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0646BD7-CDED-A820-B1BD-88DB09316C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3686" y="1300550"/>
            <a:ext cx="1264905" cy="29190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70CAF92-B8B5-748A-ECE2-7065D0EEDF8D}"/>
              </a:ext>
            </a:extLst>
          </p:cNvPr>
          <p:cNvSpPr txBox="1"/>
          <p:nvPr/>
        </p:nvSpPr>
        <p:spPr>
          <a:xfrm>
            <a:off x="9970455" y="4219560"/>
            <a:ext cx="14713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</a:rPr>
              <a:t>999 HUMANITY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73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D2BC-F39C-81B4-519D-DA86E94F6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E2C18-2CEA-9883-D177-90F806486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854" y="254145"/>
            <a:ext cx="3040954" cy="983528"/>
          </a:xfrm>
        </p:spPr>
        <p:txBody>
          <a:bodyPr>
            <a:normAutofit/>
          </a:bodyPr>
          <a:lstStyle/>
          <a:p>
            <a:r>
              <a:rPr lang="en-US" altLang="ko-KR" dirty="0"/>
              <a:t>SHOES</a:t>
            </a:r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52AD5123-EE20-3465-0218-B04CFFB09CA9}"/>
              </a:ext>
            </a:extLst>
          </p:cNvPr>
          <p:cNvSpPr txBox="1">
            <a:spLocks/>
          </p:cNvSpPr>
          <p:nvPr/>
        </p:nvSpPr>
        <p:spPr>
          <a:xfrm>
            <a:off x="267854" y="5316955"/>
            <a:ext cx="10820401" cy="745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359BE0-8205-EFCD-8106-9001E8D06792}"/>
              </a:ext>
            </a:extLst>
          </p:cNvPr>
          <p:cNvSpPr txBox="1"/>
          <p:nvPr/>
        </p:nvSpPr>
        <p:spPr>
          <a:xfrm>
            <a:off x="637309" y="5597236"/>
            <a:ext cx="4403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플랫</a:t>
            </a:r>
            <a:r>
              <a:rPr lang="en-US" altLang="ko-KR" dirty="0"/>
              <a:t>, </a:t>
            </a:r>
            <a:r>
              <a:rPr lang="ko-KR" altLang="en-US" dirty="0"/>
              <a:t>패널</a:t>
            </a:r>
            <a:r>
              <a:rPr lang="en-US" altLang="ko-KR" dirty="0"/>
              <a:t> </a:t>
            </a:r>
            <a:r>
              <a:rPr lang="ko-KR" altLang="en-US" dirty="0"/>
              <a:t>및 배색 디테일</a:t>
            </a:r>
            <a:r>
              <a:rPr lang="en-US" altLang="ko-KR" dirty="0"/>
              <a:t>, </a:t>
            </a:r>
            <a:r>
              <a:rPr lang="ko-KR" altLang="en-US" dirty="0"/>
              <a:t>소재 믹스 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90B27A-AFF9-5062-86C8-F7938C84C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01" y="1331464"/>
            <a:ext cx="3287199" cy="39854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407FB8F-7472-DE5C-5D02-17B3D024E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609" y="1331464"/>
            <a:ext cx="3352214" cy="417326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E8AEAD4-3E8D-5E29-6BA1-AD8A2CAF26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823" y="3321346"/>
            <a:ext cx="3180261" cy="208098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5CF95BF-63CE-A441-6875-0C1EFAD289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6640" y="1331464"/>
            <a:ext cx="3180260" cy="192615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45C266B-5F5E-EC8A-E394-A1D9BCBAD0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3729" y="2247227"/>
            <a:ext cx="1631103" cy="1028554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9D97A79-3F53-9332-6E34-1A524CD44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9632" y="3868640"/>
            <a:ext cx="1119295" cy="153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857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63</Words>
  <Application>Microsoft Office PowerPoint</Application>
  <PresentationFormat>와이드스크린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HEADWEAR</vt:lpstr>
      <vt:lpstr>PowerPoint 프레젠테이션</vt:lpstr>
      <vt:lpstr>BAG</vt:lpstr>
      <vt:lpstr>KEYRING</vt:lpstr>
      <vt:lpstr>SHOES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변창현</dc:creator>
  <cp:lastModifiedBy>변창현</cp:lastModifiedBy>
  <cp:revision>1</cp:revision>
  <dcterms:created xsi:type="dcterms:W3CDTF">2026-08-24T06:28:13Z</dcterms:created>
  <dcterms:modified xsi:type="dcterms:W3CDTF">2026-08-25T04:15:09Z</dcterms:modified>
</cp:coreProperties>
</file>